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Skills 图解教程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288D1"/>
                </a:solidFill>
              </a:defRPr>
            </a:pPr>
            <a:r>
              <a:t>零基础入门指南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F8C8D"/>
                </a:solidFill>
              </a:defRPr>
            </a:pPr>
            <a:r>
              <a:t>AI 代理技能系统 | 提高开发效率 | 提升代码质量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教程概述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本教程通过 5 张图表，帮助零基础的你快速理解 Skills 仓库的核心概念和使用方法。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图表列表：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1. 整体架构图 - 了解 Skills 的整体结构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2. 工作流程图 - 掌握日常开发流程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3. 安装步骤图 - 学习如何安装和设置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4. 功能对比图 - 了解各个技能的用途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5. 核心概念图 - 理解关键概念和关系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学习路径：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- 初学者：阅读整体架构图 → 学习安装步骤 → 查看核心概念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- 进阶者：研究功能对比 → 实践技能组合 → 参与社区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1. 整体架构图</a:t>
            </a:r>
          </a:p>
        </p:txBody>
      </p:sp>
      <p:pic>
        <p:nvPicPr>
          <p:cNvPr id="3" name="Picture 2" descr="01-overal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2. 工作流程图</a:t>
            </a:r>
          </a:p>
        </p:txBody>
      </p:sp>
      <p:pic>
        <p:nvPicPr>
          <p:cNvPr id="3" name="Picture 2" descr="02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3. 安装步骤图</a:t>
            </a:r>
          </a:p>
        </p:txBody>
      </p:sp>
      <p:pic>
        <p:nvPicPr>
          <p:cNvPr id="3" name="Picture 2" descr="03-installation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4. 功能对比图</a:t>
            </a:r>
          </a:p>
        </p:txBody>
      </p:sp>
      <p:pic>
        <p:nvPicPr>
          <p:cNvPr id="3" name="Picture 2" descr="04-skills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5. 核心概念图</a:t>
            </a:r>
          </a:p>
        </p:txBody>
      </p:sp>
      <p:pic>
        <p:nvPicPr>
          <p:cNvPr id="3" name="Picture 2" descr="05-core-conce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技能分类详解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工程技能 (Engineering Skills)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用户调用技能：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ask-matt - 询问适合的技能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grill-with-docs - 深入访谈 + 文档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triage - 问题分类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to-spec - 创建规格说明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implement - 实现功能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wayfinder - 规划大型任务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模型调用技能：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tdd - 测试驱动开发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code-review - 代码审查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diagnosing-bugs - 诊断 Bug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research - 技术研究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prototype - 原型设计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生产力技能 (Productivity Skills)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用户调用技能：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grill-me - 深入访谈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handoff - 交接文档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teach - 教学功能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to-questionnaire - 创建问卷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wait-what - 澄清误解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模型调用技能：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grilling - 访谈原语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writing-for-agents - 为代理写作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技能选择指南：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新功能开发：/grill-with-docs → /to-spec → /implement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Bug 修复：/diagnosing-bugs 或 /tdd</a:t>
            </a:r>
          </a:p>
          <a:p>
            <a:pPr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- 架构改进：/improve-codebase-architecture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快速开始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安装 Skills（30秒）：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# 方法1: Claude Code 插件（推荐）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claude plugins install mattpocock-skills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# 方法2: npx skills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npx skills@latest add mattpocock/skills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运行设置命令：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/setup-matt-pocock-skills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开始使用：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/grill-me          - 深入访谈新功能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/tdd               - 测试驱动开发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/code-review       - 代码审查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/ask-matt          - 询问适合的技能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更多资源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  <a:r>
              <a:t>官方资源：</a:t>
            </a: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  <a:r>
              <a:t>- 官方仓库：https://github.com/mattpocock/skills</a:t>
            </a: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  <a:r>
              <a:t>- 官方网站：https://skills.sh</a:t>
            </a: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  <a:r>
              <a:t>- 文档：https://skills.sh/mattpocock/skills</a:t>
            </a: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  <a:r>
              <a:t>学习建议：</a:t>
            </a: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  <a:r>
              <a:t>- 从简单技能开始，逐步深入</a:t>
            </a: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  <a:r>
              <a:t>- 实践为主，理论为辅</a:t>
            </a: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  <a:r>
              <a:t>- 善用共享语言，提高效率</a:t>
            </a: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  <a:r>
              <a:t>- 定期回顾，持续改进</a:t>
            </a: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Aft>
                <a:spcPts val="1500"/>
              </a:spcAft>
              <a:defRPr sz="2000">
                <a:solidFill>
                  <a:srgbClr val="2C3E50"/>
                </a:solidFill>
              </a:defRPr>
            </a:pPr>
            <a:r>
              <a:t>开始你的 Skills 学习之旅吧！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